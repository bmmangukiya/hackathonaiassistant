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Hi, we're team J.A.R.V.I.S. We built a voice agent that finishes real tasks inside any Android app, and it runs entirely on the phone.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Today's assistants answer questions but stop at their own features. Anything inside another app is still manual. The ones that go further send your data to the cloud. And small on-device models tend to loop or give 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 say Jarvis from any screen and ask in plain language. It operates apps like you would. Speech, the LLM and TTS all run on the Snapdragon 8 Elite Gen 5. Anything consequential needs your spoken yes.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stages: wake word, on-device speech recognition, Gemma 4 E4B picking one action at a time, a fixed skill or a screen action, and a spoken reply. It loops until the goal is met or it needs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key design choice: skills first. The small model is good at choosing from a menu, so about 35 common tasks are deterministic skills via intents and deep links. Everything else uses a translated screen, a short numbered list of meaningful elements.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Around the model we added guards: rethink up to 3 times instead of stopping, then ask the user. Personal data is never invented and is validated. Pop-ups get a default policy. Loops, unasked installs and payments are guarded.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all ran on the phone in one request each: Blinkit order stopping before payment, Spotify album with the Premium pop-up, Play Store install avoiding the sponsored result, Zepto login with OTP from SMS.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Polish: the iQOO camera ring lights while Jarvis is active, using vivo's own system call. The card has a live spectrum glow. And two phones can pair and ask each other's agents to 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Kotlin and Compose with an accessibility service. Gemma 4 E4B on LiteRT-LM on the GPU. We benchmarked Qwen models too: Gemma judged long app tasks best; fixed skills keep common tasks fast.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NPU inference once a build for this chip exists, plan-then-execute for unfamiliar apps, and more skills. Private, works across apps, just ask. Thank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